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468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70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84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40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97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8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47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02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83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05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F54A6-5FEF-4CF7-92E2-AEEE187EFA63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B0216-6E27-451E-9394-7B6247D380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81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79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214" y="1825625"/>
            <a:ext cx="58675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8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8046" y="1825625"/>
            <a:ext cx="55559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7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0198" y="1825625"/>
            <a:ext cx="56916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804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*</dc:creator>
  <cp:lastModifiedBy>*</cp:lastModifiedBy>
  <cp:revision>2</cp:revision>
  <dcterms:created xsi:type="dcterms:W3CDTF">2026-03-06T11:28:52Z</dcterms:created>
  <dcterms:modified xsi:type="dcterms:W3CDTF">2026-03-13T10:33:17Z</dcterms:modified>
</cp:coreProperties>
</file>